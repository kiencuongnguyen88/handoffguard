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8872" cy="118872"/>
          </a:xfrm>
          <a:prstGeom prst="rect">
            <a:avLst/>
          </a:prstGeom>
          <a:solidFill>
            <a:srgbClr val="55D8FF"/>
          </a:solidFill>
          <a:ln w="12700">
            <a:solidFill>
              <a:srgbClr val="55D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HANDOFFGUARD  /  IBM BOB 2.0 HACKATHON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0" y="64556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accepted state. Re-verify mutable facts.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8412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 AI coding work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from verified reality.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13232" y="3154680"/>
            <a:ext cx="7543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9B7D4"/>
                </a:solidFill>
              </a:rPr>
              <a:t>A checkpoint can preserve accepted decisions while repository facts become stale. HandoffGuard keeps the first and re-verifies the second.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46177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2E6A6">
              <a:alpha val="16000"/>
            </a:srgbClr>
          </a:solidFill>
          <a:ln w="12700">
            <a:solidFill>
              <a:srgbClr val="72E6A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4700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2E6A6"/>
                </a:solidFill>
              </a:rPr>
              <a:t>accepted state survives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73552" y="46177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55D8FF">
              <a:alpha val="16000"/>
            </a:srgbClr>
          </a:solidFill>
          <a:ln w="12700">
            <a:solidFill>
              <a:srgbClr val="55D8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47000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D8FF"/>
                </a:solidFill>
              </a:rPr>
              <a:t>material facts re-verify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08192" y="46177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D166">
              <a:alpha val="16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47000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stale execution blocks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0" y="1325880"/>
            <a:ext cx="2240280" cy="4069080"/>
          </a:xfrm>
          <a:prstGeom prst="roundRect">
            <a:avLst>
              <a:gd name="adj" fmla="val 3265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E6A6"/>
                </a:solidFill>
              </a:rPr>
              <a:t>PASS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84080" y="17373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initial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25712" y="23042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E6A6"/>
                </a:solidFill>
              </a:rPr>
              <a:t>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0" y="23042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unrelated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25712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BLOCK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84080" y="2871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material drift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2571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E6A6"/>
                </a:solidFill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0" y="34381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replan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25712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86"/>
                </a:solidFill>
              </a:rPr>
              <a:t>FAIL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84080" y="40050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25712" y="4572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E6A6"/>
                </a:solidFill>
              </a:rPr>
              <a:t>PASS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0" y="45720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7D4"/>
                </a:solidFill>
              </a:rPr>
              <a:t>repair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handoff problem is two different problems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Continuation state can remain valid while mutable repo facts become stale.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29968"/>
            <a:ext cx="54864" cy="3163824"/>
          </a:xfrm>
          <a:prstGeom prst="rect">
            <a:avLst/>
          </a:prstGeom>
          <a:solidFill>
            <a:srgbClr val="72E6A6"/>
          </a:solidFill>
          <a:ln w="12700">
            <a:solidFill>
              <a:srgbClr val="72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76272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Preserve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24328"/>
            <a:ext cx="4828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Accepted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Accepted decisions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Authority boundary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Exact next move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Lineage / transition identity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2029968"/>
            <a:ext cx="54864" cy="3163824"/>
          </a:xfrm>
          <a:prstGeom prst="rect">
            <a:avLst/>
          </a:prstGeom>
          <a:solidFill>
            <a:srgbClr val="55D8FF"/>
          </a:solidFill>
          <a:ln w="12700">
            <a:solidFill>
              <a:srgbClr val="55D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2176272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Re-verify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624328"/>
            <a:ext cx="4828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Declared material paths + SHA256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Acceptance command binding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Source presence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Optional Git HEAD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Final-current-byte proof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56235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8FF"/>
                </a:solidFill>
              </a:rPr>
              <a:t>Restarting everything loses the left side. Blindly resuming trusts the right side.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Selective continuation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changed ≠ material input changed. HandoffGuard distinguishes them before execution.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7C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Agent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handoff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39696" y="2816352"/>
            <a:ext cx="320040" cy="384048"/>
          </a:xfrm>
          <a:prstGeom prst="chevron">
            <a:avLst/>
          </a:prstGeom>
          <a:solidFill>
            <a:srgbClr val="2B3858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4872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55D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Resume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verify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1648" y="2816352"/>
            <a:ext cx="320040" cy="384048"/>
          </a:xfrm>
          <a:prstGeom prst="chevron">
            <a:avLst/>
          </a:prstGeom>
          <a:solidFill>
            <a:srgbClr val="2B3858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72E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Unrelated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816352"/>
            <a:ext cx="320040" cy="384048"/>
          </a:xfrm>
          <a:prstGeom prst="chevron">
            <a:avLst/>
          </a:prstGeom>
          <a:solidFill>
            <a:srgbClr val="2B3858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Material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drift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45552" y="2816352"/>
            <a:ext cx="320040" cy="384048"/>
          </a:xfrm>
          <a:prstGeom prst="chevron">
            <a:avLst/>
          </a:prstGeom>
          <a:solidFill>
            <a:srgbClr val="2B3858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0728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7C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Fresh-read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+ re-plan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47504" y="2816352"/>
            <a:ext cx="320040" cy="384048"/>
          </a:xfrm>
          <a:prstGeom prst="chevron">
            <a:avLst/>
          </a:prstGeom>
          <a:solidFill>
            <a:srgbClr val="2B3858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2468880"/>
            <a:ext cx="1572768" cy="1143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6510">
            <a:solidFill>
              <a:srgbClr val="72E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2408" y="2761488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Execute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6F8FF"/>
                </a:solidFill>
              </a:rPr>
              <a:t>prove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434340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4361688"/>
            <a:ext cx="54864" cy="1133856"/>
          </a:xfrm>
          <a:prstGeom prst="rect">
            <a:avLst/>
          </a:prstGeom>
          <a:solidFill>
            <a:srgbClr val="72E6A6"/>
          </a:solidFill>
          <a:ln w="12700">
            <a:solidFill>
              <a:srgbClr val="72E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50799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Unrelated repo change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1288" y="4956048"/>
            <a:ext cx="4370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Material hashes still match → PASS_RESUME_BINDING. Do not reopen accepted work.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34340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4361688"/>
            <a:ext cx="54864" cy="11338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450799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Material change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4956048"/>
            <a:ext cx="4370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Exact changed path reported → BLOCKED_STALE_HANDOFF before stale execution.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Executable proof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acceptance command exposes the regression before the repair and proves the continuation after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025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6A6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Initial handoff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83480" y="198424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2E6A6"/>
                </a:solidFill>
              </a:rPr>
              <a:t>PASS_RESUME_BINDING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24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6A6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606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Unrelated HEAD change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26060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2E6A6"/>
                </a:solidFill>
              </a:rPr>
              <a:t>PASS_RESUME_BINDING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461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2278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Material source drift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32278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D166"/>
                </a:solidFill>
              </a:rPr>
              <a:t>BLOCKED_STALE_HANDOFF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3739896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679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6A6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8496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Fresh-read + rebind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384962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2E6A6"/>
                </a:solidFill>
              </a:rPr>
              <a:t>PASS_RESUME_BINDING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5800" y="4361688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897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86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4471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Unchanged acceptance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447141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7B86"/>
                </a:solidFill>
              </a:rPr>
              <a:t>FAIL_EXECUTABLE_PROOF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85800" y="4983480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111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6A6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5093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Repair + rerun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50932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2E6A6"/>
                </a:solidFill>
              </a:rPr>
              <a:t>PASS_EXECUTABLE_PROOF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85800" y="5605272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7332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D8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5715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F"/>
                </a:solidFill>
              </a:rPr>
              <a:t>Final current bytes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83480" y="571500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55D8FF"/>
                </a:solidFill>
              </a:rPr>
              <a:t>PASS_CONTINUATION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5D8FF"/>
                </a:solidFill>
              </a:rPr>
              <a:t>Local full-baseline proof: 14 tests PASS · deterministic sequence match · final adjudication PASS_CONTINUATION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IBM Bob is in the material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 does repository understanding, stale-state recovery, bounded repair and review.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84248"/>
            <a:ext cx="54864" cy="3118104"/>
          </a:xfrm>
          <a:prstGeom prst="rect">
            <a:avLst/>
          </a:prstGeom>
          <a:solidFill>
            <a:srgbClr val="7CA6FF"/>
          </a:solidFill>
          <a:ln w="12700">
            <a:solidFill>
              <a:srgbClr val="7C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055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1  Plan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578608"/>
            <a:ext cx="2862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Read sender handoff + current repo.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Identify accepted state vs mutable facts.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Explain why resume is blocked and which exact path needs fresh-read.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8808" y="1984248"/>
            <a:ext cx="54864" cy="3118104"/>
          </a:xfrm>
          <a:prstGeom prst="rect">
            <a:avLst/>
          </a:prstGeom>
          <a:solidFill>
            <a:srgbClr val="72E6A6"/>
          </a:solidFill>
          <a:ln w="12700">
            <a:solidFill>
              <a:srgbClr val="72E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13055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2 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61688" y="2578608"/>
            <a:ext cx="2862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Verify stale handoff.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Fresh-read changed path.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Write bounded re-plan + successor handoff.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Run unchanged failing acceptance.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Repair only the proven defect.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Rerun proof.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96596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1984248"/>
            <a:ext cx="54864" cy="31181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6408" y="213055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3 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36408" y="2578608"/>
            <a:ext cx="2862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Review diff + lineage + receipts.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Check no silent scope widening.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Check screenshots and public-safe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Keep claims inside executable proof.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5623560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F"/>
                </a:solidFill>
              </a:rPr>
              <a:t>After each task: capture Bob task-session-summary → bob_sessions/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baseline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9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reduced variant may replace this only after it proves material net advantage with no material regression.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92808"/>
            <a:ext cx="54864" cy="3026664"/>
          </a:xfrm>
          <a:prstGeom prst="rect">
            <a:avLst/>
          </a:prstGeom>
          <a:solidFill>
            <a:srgbClr val="72E6A6"/>
          </a:solidFill>
          <a:ln w="12700">
            <a:solidFill>
              <a:srgbClr val="72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3911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Full baseline keeps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487168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Accepted-state preservation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Selective continuation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Stale material-path fail-closed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Fresh-read/re-plan lineage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Executable acceptance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Final-current-byte adjudication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87452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8808" y="1892808"/>
            <a:ext cx="54864" cy="3026664"/>
          </a:xfrm>
          <a:prstGeom prst="rect">
            <a:avLst/>
          </a:prstGeom>
          <a:solidFill>
            <a:srgbClr val="7CA6FF"/>
          </a:solidFill>
          <a:ln w="12700">
            <a:solidFill>
              <a:srgbClr val="7C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03911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Deliberately excluded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61688" y="2487168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Generic orchestration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CI vendor integrations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Backend/auth/database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Private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Auto-publish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Auto-submission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87452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121A2E"/>
          </a:solidFill>
          <a:ln w="12700">
            <a:solidFill>
              <a:srgbClr val="2B38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1892808"/>
            <a:ext cx="54864" cy="30266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6408" y="2039112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F"/>
                </a:solidFill>
              </a:rPr>
              <a:t>Claim ceiling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36408" y="2487168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HandoffGuard proves a bounded continuation property.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D4"/>
                </a:solidFill>
              </a:rPr>
              <a:t>It does not claim general correctness, production security, or autonomous authority.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5257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demo.py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5806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D4"/>
                </a:solidFill>
              </a:rPr>
              <a:t>One command reproduces the core 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D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Hackathon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HandoffGuard - Resume AI coding work only from a verified repository state</dc:title>
  <dc:subject>IBM Bob 2.0 Hackathon</dc:subject>
  <dc:creator>HandoffGuard</dc:creator>
  <cp:lastModifiedBy>HandoffGuard</cp:lastModifiedBy>
  <cp:revision>1</cp:revision>
  <dcterms:created xsi:type="dcterms:W3CDTF">2026-09-27T02:56:20Z</dcterms:created>
  <dcterms:modified xsi:type="dcterms:W3CDTF">2026-09-27T02:56:20Z</dcterms:modified>
</cp:coreProperties>
</file>